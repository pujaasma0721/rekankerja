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pembuka. RekanKerja: platform HRIS multi-tenant yang dibangun in-house. Sampaikan tujuan sesi: gambaran produk secara utuh untuk pengambilan keputusan manajemen.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Lima bagian: tantangan operasional hari ini, solusi platform, tur produk, keamanan &amp; skala, lalu langkah berikutnya yang diusulkan.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Enam masalah operasional HR manual: data karyawan tersebar, payroll lambat dan rawan salah, presensi berbasis kertas, rekrutmen tidak terlacak, cuti lewat WhatsApp, dan tidak ada satu sumber kebenaran.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Satu platform dengan sembilan modul terintegrasi. Tunjukkan org chart di kanan sebagai bukti struktur data yang sudah tertata sejak awal. Tiga kemampuan kunci: multi-company, ESS mobile, dwibahasa.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manajemen dengan angka riil sistem: 43 karyawan aktif, rata-rata gaji Rp 11,5 juta, 2 permintaan rekrutmen pending. Semua angka live dari database, bukan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 karyawan satu layar: data pribadi, penempatan, dokumen, riwayat. Tekankan 43 profil aktif sudah rapi di dalam sistem hari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 payroll terkontrol: draft, review, approve, bayar, jurnal. Kalkulasi otomatis termasuk pajak dan komponen BPJS; slip gaji terkirim elektronik.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Presensi real-time plus self-service karyawan dari HP: clock-in/out, pengajuan cuti, dan slip gaji tanpa perlu ke HRD.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Funnel rekrutmen live: 2 PR pending, 3 kandidat tahap seleksi, 5 kandidat total, 1 penawaran. Angka langsung dari modul rekrutmen yang berjalan.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 pendukung: cuti, perjalanan dinas, medis, whistleblowing, dan manajemen performa. Ada asisten AI untuk bertanya data dalam bahasa manusia.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Isolasi data per tenant, enkripsi NIK/NPWP, audit trail lengkap. Sesuai amanat UU No. 27/2022 tentang Pelindungan Data Pribadi.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Teruji beban: 4 tenant aktif saat ini, benchmark 5.000 karyawan per tenant, 2 database. Angka hasil uji beban nyata, bukan klaim.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Nilai utama: proses lebih cepat, data akurat, kepatuhan terjaga, karyawan mandiri. Sistem yang merapikan cara kerja yang ada, bukan memaksakan cara kerja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Usulan tiga fase: seed data contoh 43 karyawan, pilot satu divisi, lalu rollout penuh. Tutup dengan ajakan diskusi dan demo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